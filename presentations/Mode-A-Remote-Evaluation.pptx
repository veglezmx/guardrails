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3C5FD"/>
                </a:solidFill>
                <a:latin typeface="Segoe UI"/>
              </a:rPr>
              <a:t>DEVELOPER INTEGRATION GUIDE —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Mode A — Remote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Segoe UI"/>
              </a:rPr>
              <a:t>You keep your gateway. You install a cooperative connector, or call the hosted Evaluation API directly. This is the default adoption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150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Phases 1–2 · available at GA   ·   Companion to AI-Guardrails-Internal-Proposal.pptx
Code on the following slides is ILLUSTRATIVE. The evaluation contract's shape (stages, decision fields, actions, reason codes) is fixed by 50-architecture/INTEGRATION-ARCHITECTURE.md §3; concrete endpoint paths, field names and package names are not yet ratified and will be pinned by the published API spec.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When Mode A is the right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And what each side signs up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3515258" cy="457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809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2563EB"/>
                </a:solidFill>
                <a:latin typeface="Segoe UI"/>
              </a:rPr>
              <a:t>CHOOSE MODE A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You already run a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operate LiteLLM, or any HTTP-capable stack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want policy consistency without changing your request path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can accept evaluated content reaching a hosted API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You want the smallest integration footprint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821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38218" y="1847088"/>
            <a:ext cx="351525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3938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7C3AED"/>
                </a:solidFill>
                <a:latin typeface="Segoe UI"/>
              </a:rPr>
              <a:t>PROVIDER OPERATES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The policy 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Hosted Evaluation API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Policy store, versioning, rollback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Workload and binding registry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Normalized decisions + audit metadata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Control plane and dashboards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1847088"/>
            <a:ext cx="3515258" cy="27432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109508" y="1847088"/>
            <a:ext cx="3515258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10676" y="2066544"/>
            <a:ext cx="31129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>
                <a:solidFill>
                  <a:srgbClr val="059669"/>
                </a:solidFill>
                <a:latin typeface="Segoe UI"/>
              </a:rPr>
              <a:t>YOU 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0676" y="2340864"/>
            <a:ext cx="31129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The request-path plumbing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2871216"/>
            <a:ext cx="3112922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Install the connector or call the SDK/API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Register your workload, bind a policy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Configure your failure behavior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Run observe, review, then promote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>
                <a:solidFill>
                  <a:srgbClr val="475569"/>
                </a:solidFill>
                <a:latin typeface="Segoe UI"/>
              </a:rPr>
              <a:t>· Keep your gateway, credentials and routing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6460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6928" y="4864608"/>
            <a:ext cx="45720" cy="914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49834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CAVEAT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212080"/>
            <a:ext cx="10600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Mode A is not a data-local model. Prompts, responses and any other evaluated content reach the hosted Evaluation API regardless of who runs the gateway (AGR-009). If your requirement is 'content must not leave our account', you want Mode C, not Mode 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Before you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Five prerequisites. Four of them are one-off per 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47088"/>
          <a:ext cx="11057838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1991"/>
                <a:gridCol w="7482748"/>
                <a:gridCol w="2993099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Prerequisite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Who provides it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 tenant on the AI Guardrails control plane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Product operators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An IAM role / short-lived credential able to call the Evaluation API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Your cloud team + platform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 workload record: id, owner, environment, risk class, gateway type, expected throughput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You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 policy to bind — a curated pack, or one your security team authored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Security &amp; governance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>
                          <a:solidFill>
                            <a:srgbClr val="0F172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An agreed failure behavior for timeouts and detector outages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>
                          <a:solidFill>
                            <a:srgbClr val="0F172A"/>
                          </a:solidFill>
                          <a:latin typeface="Segoe UI"/>
                        </a:rPr>
                        <a:t>You + security &amp; governance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4910328"/>
            <a:ext cx="11057839" cy="8229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4910328"/>
            <a:ext cx="45720" cy="822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68096" y="502920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059669"/>
                </a:solidFill>
                <a:latin typeface="Segoe UI"/>
              </a:rPr>
              <a:t>WHAT WE WILL NEVER ASK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5257800"/>
            <a:ext cx="10600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Never required: copying your LiteLLM database · handing over model-provider credentials · exposing gateway admin endpoints · replacing your model routing · granting the provider admin access to your gateway.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1 — Register the workload and bind a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One-off, per workload. New bindings always start in observe mode.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7839" cy="3749039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10692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control plane · one-off per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10655503" cy="321868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Register the workload (control plane)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curl -X POST https://guardrails.internal/v1/workloads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-H "Authorization: Bearer $GR_TOKEN" -H "Content-Type: application/json"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-d '{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"workload_id":   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"tenant_id":     "payments",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"owner":         "team-payments",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"environment":   "prod",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"risk_class":    "high",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"gateway_type":  "litellm",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"deployment_mode": "remote_evaluation"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}'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Bind it to an immutable policy version — starts in OBSERVE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curl -X POST https://guardrails.internal/v1/bindings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-H "Authorization: Bearer $GR_TOKEN" -H "Content-Type: application/json"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-d '{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"workload_id":     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"policy":          "corp-baseline",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"policy_version":  "3",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"mode":            "observe",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"rollback_version":"2"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}'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2, path A — the LiteLLM connector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The paved path. Configuration only: no application code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7839" cy="3401568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10692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litellm_config.yaml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10655503" cy="2871216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litellm_config.yaml — pre-call and post-call callbacks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litellm_settings: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callbacks: ["guardrails_connector.PreCall", "guardrails_connector.PostCall"]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guardrails: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endpoint:     https://guardrails.internal/v1/evaluate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workload_id:  checkout-assistant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tenant_id:    payments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auth:         iam                 # short-lived credentials, no static secret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timeout_ms:   400                 # per-stage budget; failure behavior comes from policy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stages:       [input, output]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propagate_correlation_id: true    # reuses x-request-id when the caller supplies one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install and restart the gateway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pip install ai-guardrails-litellm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litellm --config litellm_config.yaml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31536"/>
            <a:ext cx="11057839" cy="7772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5431536"/>
            <a:ext cx="45720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8096" y="5550408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WHAT THE CONNECTOR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779008"/>
            <a:ext cx="10600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The connector maps requests, invokes evaluation, enforces block/redact, propagates the correlation id, applies your timeout policy and emits health telemetry. It never contains policy logic, thresholds or detection rules — those live in the policy (AGR-007).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2, path B — the Python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For applications not fronted by a supported gateway.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11057839" cy="41148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10692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python · pip install ai-guardrails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10655503" cy="35844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from ai_guardrails import Guardrails, Blocked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gr = Guardrails(endpoint="https://guardrails.internal",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workload_id="checkout-assistant",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tenant_id="payments",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timeout_ms=400)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def handle(user_prompt: str, correlation_id: str) -&gt; str: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pre = gr.evaluate(stage="input", content=user_prompt,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      correlation_id=correlation_id)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if pre.action == "block":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return safe_rejection(pre.reason_codes)      # model is never invoked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prompt = pre.transformed_content or user_prompt  # 'redact' rewrites content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answer = call_model(prompt)                      # your existing model call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post = gr.evaluate(stage="output", content=answer,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       correlation_id=correlation_id)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if post.action == "block":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return safe_fallback()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return post.transformed_content or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2, path C — TypeScript SDK and raw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Same contract, same decisions. No stack is locked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989320" cy="402336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5586984" cy="34930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import { Guardrails } from "@ai-guardrails/sdk";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const gr = new Guardrails({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endpoint: "https://guardrails.internal",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workloadId: 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tenantId: "payments",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timeoutMs: 400,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const pre = await gr.evaluate({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stage: "input",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content: userPrompt,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correlationId,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if (pre.action === "block") 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return safeRejection(pre.reasonCodes);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const prompt = pre.transformedContent ?? userPrompt;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568" y="1847088"/>
            <a:ext cx="4809744" cy="402336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1736" y="1956816"/>
            <a:ext cx="44439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1736" y="2249424"/>
            <a:ext cx="4407408" cy="349300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A0BC"/>
                </a:solidFill>
                <a:latin typeface="Consolas"/>
              </a:rPr>
              <a:t># raw HTTP — any stack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86EFAC"/>
                </a:solidFill>
                <a:latin typeface="Consolas"/>
              </a:rPr>
              <a:t>$ curl -X POST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https://guardrails.internal/v1/evaluate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-H "Authorization: Bearer $GR_TOKEN"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-H "Content-Type: application/json"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-d '{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"tenant_id":  "payments",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"workload_id":"checkout-assistant",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"stage":      "input",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"content": 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  "text": "…user prompt…"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},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  "correlation_id": "req-8f21c0"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00">
                <a:solidFill>
                  <a:srgbClr val="E2E8F0"/>
                </a:solidFill>
                <a:latin typeface="Consolas"/>
              </a:rPr>
              <a:t>  }'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decision you get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Identical in every mode and from every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6766560" cy="39319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6364224" cy="34015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"action":          "redact",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"allowed":          true,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"reason_codes":   ["pii.email_address",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                 "pii.payment_card"],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"policy":          "corp-baseline",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"policy_version":  "3",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"evaluators": [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{"name": "bedrock-guardrails", "version": "2026-05"},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{"name": "org-deterministic",  "version": "1.4"}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],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"transformed_content": {"text": "…redacted…"},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"correlation_id":  "req-8f21c0",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"audit_id":        "aud-01J9…",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"latency_ms":       38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1847088"/>
            <a:ext cx="4526280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action — allow · block · redact · log_only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Segoe UI"/>
              </a:rPr>
              <a:t>      –  </a:t>
            </a:r>
            <a:r>
              <a:rPr sz="1150" b="0">
                <a:solidFill>
                  <a:srgbClr val="475569"/>
                </a:solidFill>
                <a:latin typeface="Segoe UI"/>
              </a:rPr>
              <a:t>Four actions is the whole MVP surface. rewrite, discard, abstain and require_approval are reserved for later phases.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reason_codes are stable across engines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Segoe UI"/>
              </a:rPr>
              <a:t>      –  </a:t>
            </a:r>
            <a:r>
              <a:rPr sz="1150" b="0">
                <a:solidFill>
                  <a:srgbClr val="475569"/>
                </a:solidFill>
                <a:latin typeface="Segoe UI"/>
              </a:rPr>
              <a:t>A Bedrock detection and a deterministic-rule detection of the same category surface the same code.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policy_version names the exact immutable version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▪  </a:t>
            </a:r>
            <a:r>
              <a:rPr sz="1250" b="0">
                <a:solidFill>
                  <a:srgbClr val="0F172A"/>
                </a:solidFill>
                <a:latin typeface="Segoe UI"/>
              </a:rPr>
              <a:t>latency_ms is a first-class field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150">
                <a:solidFill>
                  <a:srgbClr val="94A3B8"/>
                </a:solidFill>
                <a:latin typeface="Segoe UI"/>
              </a:rPr>
              <a:t>      –  </a:t>
            </a:r>
            <a:r>
              <a:rPr sz="1150" b="0">
                <a:solidFill>
                  <a:srgbClr val="475569"/>
                </a:solidFill>
                <a:latin typeface="Segoe UI"/>
              </a:rPr>
              <a:t>It rolls into platform P50/P95/P99 and into your observe-mode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Failure behavior is part of the policy — not your catch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You choose it up front; the connector applies it. There is no undocumented fallback (AGR-012).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5989320" cy="320040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1956816"/>
            <a:ext cx="5623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policy (yaml)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5586984" cy="26700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policy excerpt — failure behavior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failure_behavior: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evaluation_timeout:   allow_and_log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detector_unavailable: degrade_and_log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policy_unresolvable:  block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audit_delivery_failed: allow_and_log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unsafe_transform:     safe_fallback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timeouts: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input_ms:  400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output_ms: 600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30568" y="1847088"/>
          <a:ext cx="4809743" cy="31821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80482"/>
                <a:gridCol w="2829261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Condition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Options</a:t>
                      </a:r>
                    </a:p>
                  </a:txBody>
                  <a:tcPr marL="82296" marR="54864" marT="36576" marB="36576"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Evaluation API times out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allow_and_log · block · cached decision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A detector is unavailable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degrade to remaining detectors · block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Policy cannot be resolved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block · require manual approval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Audit delivery fails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allow + log locally · block</a:t>
                      </a:r>
                    </a:p>
                  </a:txBody>
                  <a:tcPr marL="82296" marR="54864" marT="27432" marB="27432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Response cannot be transformed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0F172A"/>
                          </a:solidFill>
                          <a:latin typeface="Segoe UI"/>
                        </a:rPr>
                        <a:t>safe fallback · block</a:t>
                      </a:r>
                    </a:p>
                  </a:txBody>
                  <a:tcPr marL="82296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928" y="527608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5276088"/>
            <a:ext cx="45720" cy="7498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53949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2563EB"/>
                </a:solidFill>
                <a:latin typeface="Segoe UI"/>
              </a:rPr>
              <a:t>AUDITED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623560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Every failure event is captured in the audit record: which failure mode occurred and which path was taken. That is what makes UC-007 demonstrable and what feeds the timeout-rate reliability metric.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Step 3 — observe, review, then promote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No binding ever starts blocking. Promotion is explicit and audited.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593009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593009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2263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22638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Evaluations run, decisions logged, nothing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8537" y="1847088"/>
            <a:ext cx="2593009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388537" y="1847088"/>
            <a:ext cx="2593009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53129" y="2084832"/>
            <a:ext cx="2263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3129" y="2450592"/>
            <a:ext cx="22638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False-positive rate, latency, decision distribution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847088"/>
            <a:ext cx="2593009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0147" y="1847088"/>
            <a:ext cx="2593009" cy="5486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74739" y="2084832"/>
            <a:ext cx="2263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WARN / REDACT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4739" y="2450592"/>
            <a:ext cx="22638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Partial enforcement on the request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1757" y="1847088"/>
            <a:ext cx="2593009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031757" y="1847088"/>
            <a:ext cx="2593009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196349" y="2084832"/>
            <a:ext cx="226382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349" y="2450592"/>
            <a:ext cx="226382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Full enforcement, accepted by the workload owner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493008"/>
            <a:ext cx="11057839" cy="1417320"/>
          </a:xfrm>
          <a:prstGeom prst="roundRect">
            <a:avLst>
              <a:gd name="adj" fmla="val 2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68096" y="3602736"/>
            <a:ext cx="106920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7DD3FC"/>
                </a:solidFill>
                <a:latin typeface="Consolas"/>
              </a:rPr>
              <a:t>promotion / rollback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895344"/>
            <a:ext cx="10655503" cy="8869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promote the binding — explicit, auditable, reversible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curl -X PATCH https://guardrails.internal/v1/bindings/checkout-assistant \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   -H "Authorization: Bearer $GR_TOKEN" -d '{"mode": "block"}'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E2E8F0"/>
                </a:solidFill>
                <a:latin typeface="Consolas"/>
              </a:rPr>
              <a:t> 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A0BC"/>
                </a:solidFill>
                <a:latin typeface="Consolas"/>
              </a:rPr>
              <a:t># something regressed? revert to the recorded rollback version, immediately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>
                <a:solidFill>
                  <a:srgbClr val="86EFAC"/>
                </a:solidFill>
                <a:latin typeface="Consolas"/>
              </a:rPr>
              <a:t>$ curl -X POST https://guardrails.internal/v1/bindings/checkout-assistant/rollback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093208"/>
            <a:ext cx="11057839" cy="74980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66928" y="5093208"/>
            <a:ext cx="45720" cy="7498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8096" y="521208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059669"/>
                </a:solidFill>
                <a:latin typeface="Segoe UI"/>
              </a:rPr>
              <a:t>ROLLBACK IS A BINDING OPERATION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5440680"/>
            <a:ext cx="106006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Rollback repoints the binding at a prior immutable version. It never requires a connector reinstall, an application redeploy, or re-authoring a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MODE A · REMOTE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487" y="27432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" b="0">
                <a:solidFill>
                  <a:srgbClr val="94A3B8"/>
                </a:solidFill>
                <a:latin typeface="Segoe UI"/>
              </a:rPr>
              <a:t>AI Guardrails — internal proposal  ·  derived from solution-docs/  ·  not for external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Your integration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Done means all of these, not most of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96012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852160" cy="43708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Workload registered with accurate owner, environment and risk class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Binding created against a specific immutable policy version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Connector or SDK installed; correlation id propagates input → model → output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Per-stage timeouts set and failure behavior agreed with security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Observe-mode findings reviewed: false positives, latency, decision distribution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Promotion to enforce performed explicitly, with the rollback version recorded</a:t>
            </a:r>
          </a:p>
          <a:p>
            <a:pPr>
              <a:lnSpc>
                <a:spcPct val="116000"/>
              </a:lnSpc>
              <a:spcAft>
                <a:spcPts val="9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▪  </a:t>
            </a:r>
            <a:r>
              <a:rPr sz="1300" b="0">
                <a:solidFill>
                  <a:srgbClr val="0F172A"/>
                </a:solidFill>
                <a:latin typeface="Segoe UI"/>
              </a:rPr>
              <a:t>Connector-health telemetry visible to your on-call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4848" y="1847088"/>
            <a:ext cx="5394960" cy="201168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784848" y="1847088"/>
            <a:ext cx="45720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86016" y="19659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B91C1C"/>
                </a:solidFill>
                <a:latin typeface="Segoe UI"/>
              </a:rPr>
              <a:t>SAY THIS OUT LOUD IN EVERY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6016" y="219456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 cooperative connector can be disabled, removed or misconfigured by whoever operates the gateway. Connector-health telemetry is a signal, never proof, of enforcement. Mode A's 'mandatory' is a governance guarantee, not a physical one — bypass-proof enforcement means Mode B or a network/IAM-enforced posture (AGR-018).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4848" y="4087368"/>
            <a:ext cx="5394960" cy="12344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784848" y="4087368"/>
            <a:ext cx="45720" cy="123444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986016" y="42062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B91C1C"/>
                </a:solidFill>
                <a:latin typeface="Segoe UI"/>
              </a:rPr>
              <a:t>AND THIS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443484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Guardrails are not authorization. An 'allow' decision never substitutes for your own authentication, business authorization, tenant isolation or approval workflows (AGR-010).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