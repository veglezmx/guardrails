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Segoe UI"/>
              </a:rPr>
              <a:t>DEVELOPER INTEGRATION GUIDE —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Mode B — Guarded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You have no gateway and do not want one. Point your application at a provider-operated, OpenAI-compatible endpoint that already has the guardrails inside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15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Phase 3 — target state, NOT available today   ·   Companion to AI-Guardrails-Internal-Proposal.pptx
Code on the following slides is ILLUSTRATIVE. The evaluation contract's shape (stages, decision fields, actions, reason codes) is fixed by 50-architecture/INTEGRATION-ARCHITECTURE.md §3; concrete endpoint paths, field names and package names are not yet ratified and will be pinned by the published API spec.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B · GUARDED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When Mode B is the right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It answers exactly one objection: “we have no gateway.”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51525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351525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CHOOSE MODE B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You want one managed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71216"/>
            <a:ext cx="3112922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do not operate LiteLLM or any gateway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want a managed OpenAI-compatible endpoint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want centrally managed model access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accept the provider sitting in the full inference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847088"/>
            <a:ext cx="351525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218" y="1847088"/>
            <a:ext cx="351525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3938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PROVIDER OPERATES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Everything on the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2871216"/>
            <a:ext cx="3112922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Gateway availability and routing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Model-provider credentials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Input guardrails → model → output guardrails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Retries, fallbacks, rate limits, quotas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Audit and usage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1847088"/>
            <a:ext cx="351525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09508" y="1847088"/>
            <a:ext cx="3515258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1067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YOU 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067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Your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2871216"/>
            <a:ext cx="3112922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Application behavior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Workload-specific configuration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Policy selection where permitted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End-user authentication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Business authorization and approval 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10328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4910328"/>
            <a:ext cx="45720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50292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CAVEAT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257800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Mode B is the strongest centralized control and also the largest operational, security and compliance scope taken on by the provider. It is a Phase 3 deliverable: nothing here is available at the Phase 1–2 launch.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B · GUARDED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whole integration is a base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Registration and policy binding are identical to Mode A. Only the request path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989320" cy="39319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python · openai sdk,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5586984" cy="3401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from openai import OpenAI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client = OpenAI(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base_url="https://gateway.guardrails.internal/v1",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api_key=os.environ["GR_GATEWAY_KEY"],   # NOT a model-provider key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resp = client.chat.completions.create(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model="corp-default",                   # provider-routed alias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messages=[{"role": "user", "content": prompt}],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extra_headers={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"x-gr-workload-id":   "support-bot",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"x-gr-correlation-id": correlation_id,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},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print(resp.choices[0].message.content)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847088"/>
            <a:ext cx="4809744" cy="39319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1736" y="195681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typescript /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249424"/>
            <a:ext cx="4407408" cy="3401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// typescript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const client = new OpenAI({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baseURL: "https://gateway.guardrails" +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".internal/v1",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apiKey: process.env.GR_GATEWAY_KEY,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// curl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EFAC"/>
                </a:solidFill>
                <a:latin typeface="Consolas"/>
              </a:rPr>
              <a:t>$ curl https://gateway.guardrails.internal\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/v1/chat/completions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-H "Authorization: Bearer $GR_GATEWAY_KEY"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-H "x-gr-workload-id: support-bot"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-d '{"model":"corp-default",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"messages":[{"role":"user",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        "content":"…"}]}'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B · GUARDED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comes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 standard completion, plus the guardrail decision as metadata.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6675120" cy="356616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6272784" cy="30358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HTTP/1.1 200 OK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x-gr-decision-input:  allow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x-gr-decision-output: redact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x-gr-reason-codes:    pii.payment_card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x-gr-policy:          corp-baseline@3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x-gr-correlation-id:  req-8f21c0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x-gr-audit-id:        aud-01J9…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x-gr-latency-ms:      41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{ "choices": [ { "message": 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"role": "assistant",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"content": "…redacted response…" } } ]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1847088"/>
            <a:ext cx="4617720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A blocked request returns a safe rejection, not a model error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Segoe UI"/>
              </a:rPr>
              <a:t>      –  </a:t>
            </a:r>
            <a:r>
              <a:rPr sz="1150" b="0">
                <a:solidFill>
                  <a:srgbClr val="475569"/>
                </a:solidFill>
                <a:latin typeface="Segoe UI"/>
              </a:rPr>
              <a:t>Your error handling distinguishes 'policy blocked' from 'model failed' via the decision headers and reason codes.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Same reason codes as Mode A and Mode C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Same audit record shape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Your model choice is bounded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Segoe UI"/>
              </a:rPr>
              <a:t>      –  </a:t>
            </a:r>
            <a:r>
              <a:rPr sz="1150" b="0">
                <a:solidFill>
                  <a:srgbClr val="475569"/>
                </a:solidFill>
                <a:latin typeface="Segoe UI"/>
              </a:rPr>
              <a:t>You can select only from what the provider has integrated and routed.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B · GUARDED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does not change when you move A →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This is the point of the one-contract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47088"/>
          <a:ext cx="1105783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6304"/>
                <a:gridCol w="569153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Unchanged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Changed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Policy format and policy versions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Who operates the gateway — the provider, not you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The evaluation contract and decision structure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Who holds model-provider credentials — the provider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Reason codes and audit-record shape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Who owns retries, fallbacks, capacity and model cost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Observe → warn → redact → block progression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Who is accountable for inference-path availability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Rollback semantics on a binding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Your model-selection freedom — bounded to routed models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The guardrails-are-not-authorization boundary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Content exposure framing — the provider is now on the whole path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27608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276088"/>
            <a:ext cx="45720" cy="7498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53949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059669"/>
                </a:solidFill>
                <a:latin typeface="Segoe UI"/>
              </a:rPr>
              <a:t>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623560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 team migrating between Mode A, B and C changes only which client calls the Evaluation API. Policies, decisions, reason codes and audit records are unaffected (AGR-006).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B · GUARDED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Before you plan on Mode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Status and caveats, stated plainly.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11057839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1">
                <a:solidFill>
                  <a:srgbClr val="B91C1C"/>
                </a:solidFill>
                <a:latin typeface="Segoe UI"/>
              </a:rPr>
              <a:t>Phase 3 deliverable. Not available at the Phase 1–2 launch, and not part of the Phase 1–2 validation demonstration — which exercises Mode A only.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The provider participates in the complete inference path. That must be represented accurately in any security review, never understated.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Content exposure documentation for Mode B is a named M3 completion criterion — operational ownership and data exposure are tracked as separate concerns (AGR-008).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Availability: a unified objective spanning model routing and guardrail evaluation is defined at M3. Specific SLA figures remain TBD until an accountable owner sets them.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Guardrail decisions are still not authorization decisions. Mode B changes who runs the path, not what a decision means (AGR-010).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If the driver is 'mandatory controls must be bypass-proof', Mode B or a network/IAM-enforced posture is the honest answer — never a Mode A promise.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